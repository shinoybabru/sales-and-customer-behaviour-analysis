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1"/>
  </p:notesMasterIdLst>
  <p:sldIdLst>
    <p:sldId id="264" r:id="rId5"/>
    <p:sldId id="266" r:id="rId6"/>
    <p:sldId id="267" r:id="rId7"/>
    <p:sldId id="268" r:id="rId8"/>
    <p:sldId id="269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DBDFE-DD3D-4291-A404-1B97A83A6EA8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56DE3-4E01-4AFD-AD42-42312842E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6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870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70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88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732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582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73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58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2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6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910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90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lower illustrations">
            <a:extLst>
              <a:ext uri="{FF2B5EF4-FFF2-40B4-BE49-F238E27FC236}">
                <a16:creationId xmlns:a16="http://schemas.microsoft.com/office/drawing/2014/main" id="{46768272-0F6A-4E58-A45C-F10D015D89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BF9FFE17-DE95-4821-ACC1-B90C95449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3CF76AF-FF72-4430-A772-05840329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132" y="2091263"/>
            <a:ext cx="8649738" cy="2590800"/>
          </a:xfrm>
        </p:spPr>
        <p:txBody>
          <a:bodyPr>
            <a:normAutofit/>
          </a:bodyPr>
          <a:lstStyle/>
          <a:p>
            <a:r>
              <a:rPr lang="en-US" sz="4000" dirty="0"/>
              <a:t>SALES AND CUSTOMER BEHAVIOUR ANALYSIS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1130" y="4682062"/>
            <a:ext cx="8652788" cy="4572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800" dirty="0"/>
              <a:t>BY:- Shinoy Babru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B1C8180-2FDD-4202-8C45-4057CB1AB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6E86CC6-13EA-4A88-86AD-CF27BF52C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F80B441-4F7D-4B40-8A13-FED03A1F3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0C7FD1A-44B1-4E4C-B0C9-A8103DCCD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C6052-9226-2960-6D31-40F5AF5E5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ABOUT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4A8E1-D83D-50D2-511E-76BA64B97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Dataset Characteristics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Columns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 The dataset contains 17 + 3 columns. This means there are 17 primary columns and an additional 3 columns.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Rows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 There are 1000 rows in the dataset, representing individual data entries.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Branches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The data is sourced from three different branches labelled A, B, and C. 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Location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The dataset pertains to Myanmar cities: Yangon, Mandalay, and Naypyitaw. These locations might be relevant for regional analysis or comparisons.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Information Contained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The dataset includes various types of information: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Product Line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 Details about different product categories or offerings.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Customer Type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 Information on customer segments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Timestamp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 Time-related data.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Payment Method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909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0626C-FB4B-B91D-02A9-188E5BCA8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APPROACH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89D3D-2FAB-B4A1-0621-57B4F9096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Data Wrangling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Build a database and table.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Insert data.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Handle missing values.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Feature Engineering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Add new columns (e.g., time of day, weekday, month).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Exploratory Data Analysis (EDA)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Analyze the dataset to uncover insights.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Address 28 specific questions.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740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75976-6ADF-79C9-9BFA-DE526835D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SALES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655E3-800B-F59B-A4F8-BC03D56BA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Revenue and Sales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Naypyitaw (Branch C) has the highest revenue and sales.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Best-performing months (in terms of revenue and cost of goods sold) are January, followed by March, and then February.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Sales Timing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Most sales occur on Mondays.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Afternoons see the highest activity.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Low Activity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Lowest activity is recorded in the morning.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3FD5AB-F0B3-F4CD-F912-509605178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8222" y="3307890"/>
            <a:ext cx="2157366" cy="144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427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DAEE4-1244-A4A5-A99C-A832E078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CUSTOMER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480F7-F276-E7C2-BECD-C6BCFD6D0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Total Members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 There are 501 members in total.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Total Normal</a:t>
            </a:r>
            <a:r>
              <a:rPr lang="en-US" dirty="0">
                <a:solidFill>
                  <a:srgbClr val="111111"/>
                </a:solidFill>
                <a:highlight>
                  <a:srgbClr val="FFFFFF"/>
                </a:highlight>
                <a:latin typeface="-apple-system"/>
              </a:rPr>
              <a:t>: There are 499 normal members in total</a:t>
            </a:r>
            <a:endParaRPr lang="en-US" b="0" i="0" dirty="0">
              <a:solidFill>
                <a:srgbClr val="111111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Gender Distribution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111111"/>
                </a:solidFill>
                <a:highlight>
                  <a:srgbClr val="FFFFFF"/>
                </a:highlight>
                <a:latin typeface="-apple-system"/>
              </a:rPr>
              <a:t>             a.</a:t>
            </a: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 Total Members                           b. Total Normal</a:t>
            </a:r>
            <a:endParaRPr lang="en-US" b="0" i="0" dirty="0">
              <a:solidFill>
                <a:srgbClr val="111111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Females: 261                                     1. Female : 240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Males: 240                                         2. Males : 259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City-wise Gender Distribution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Yangon: Females - 161, Males - 179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Mandalay: Females - 162, Males - 170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Naypyitaw: Females - 178, Males - 150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Highest Sales by Gender in Product Categories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Food and beverages: Female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Fashion accessories: Female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Sports and travel: Female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Electronic accessories: Male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Health and beauty: Male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Home and lifestyle: Male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152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82ECC-D197-2692-FFE5-682EEAAC4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47DD2-A6EC-71AE-5370-02271A2B3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High Potential in Foods &amp; Beverages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Target the female category to further increase sales.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Boost Health &amp; Beauty Segment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Also target females to enhance sales in this category.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Strategic Timing for Ads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Morning: Home &amp; Lifestyle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Afternoon: Sports &amp; Travel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Evening: Food &amp; Beverages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User Engagements in February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Increase ads and offer discounts during this month.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City-Specific Campaigns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Focus on cities and their corresponding gender majority for successful campaigns.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05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259D436-C82E-43E0-8A01-53DF9CED60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91CDEB-92ED-41DC-BF33-2916A76876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46BCBFB-BBC7-42F1-95CD-058E172363A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{D66DA32F-921D-4B2D-B0F9-604FB8F237D6}tf11531919_win32</Template>
  <TotalTime>34</TotalTime>
  <Words>473</Words>
  <Application>Microsoft Office PowerPoint</Application>
  <PresentationFormat>Widescreen</PresentationFormat>
  <Paragraphs>67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-apple-system</vt:lpstr>
      <vt:lpstr>Avenir Next LT Pro</vt:lpstr>
      <vt:lpstr>Avenir Next LT Pro Light</vt:lpstr>
      <vt:lpstr>Calibri</vt:lpstr>
      <vt:lpstr>Garamond</vt:lpstr>
      <vt:lpstr>SavonVTI</vt:lpstr>
      <vt:lpstr>SALES AND CUSTOMER BEHAVIOUR ANALYSIS</vt:lpstr>
      <vt:lpstr>   ABOUT THE DATA</vt:lpstr>
      <vt:lpstr>   APPROACH USED</vt:lpstr>
      <vt:lpstr>   SALES ANALYSIS</vt:lpstr>
      <vt:lpstr>  CUSTOMER ANALYSIS</vt:lpstr>
      <vt:lpstr>   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CAPSTONE PROJECT</dc:title>
  <dc:creator>shinoy babru</dc:creator>
  <cp:lastModifiedBy>shinoy babru</cp:lastModifiedBy>
  <cp:revision>2</cp:revision>
  <dcterms:created xsi:type="dcterms:W3CDTF">2024-05-18T22:15:11Z</dcterms:created>
  <dcterms:modified xsi:type="dcterms:W3CDTF">2026-05-04T08:35:33Z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